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8FC5D97-7124-4361-A0F5-F2F7B928568F}" v="257" dt="2025-12-10T16:18:00.8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khithasree vemulapalli" userId="9c4df0e1ae4cb858" providerId="LiveId" clId="{FB63C7DA-7E70-4A8F-9589-93BCEB160373}"/>
    <pc:docChg chg="undo custSel addSld delSld modSld sldOrd">
      <pc:chgData name="deekhithasree vemulapalli" userId="9c4df0e1ae4cb858" providerId="LiveId" clId="{FB63C7DA-7E70-4A8F-9589-93BCEB160373}" dt="2025-12-10T16:18:00.897" v="268" actId="207"/>
      <pc:docMkLst>
        <pc:docMk/>
      </pc:docMkLst>
      <pc:sldChg chg="addSp delSp modSp mod">
        <pc:chgData name="deekhithasree vemulapalli" userId="9c4df0e1ae4cb858" providerId="LiveId" clId="{FB63C7DA-7E70-4A8F-9589-93BCEB160373}" dt="2025-12-10T16:17:38.011" v="264"/>
        <pc:sldMkLst>
          <pc:docMk/>
          <pc:sldMk cId="0" sldId="256"/>
        </pc:sldMkLst>
        <pc:spChg chg="mod">
          <ac:chgData name="deekhithasree vemulapalli" userId="9c4df0e1ae4cb858" providerId="LiveId" clId="{FB63C7DA-7E70-4A8F-9589-93BCEB160373}" dt="2025-12-10T16:17:26.682" v="260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deekhithasree vemulapalli" userId="9c4df0e1ae4cb858" providerId="LiveId" clId="{FB63C7DA-7E70-4A8F-9589-93BCEB160373}" dt="2025-12-10T16:17:36.782" v="262" actId="1076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deekhithasree vemulapalli" userId="9c4df0e1ae4cb858" providerId="LiveId" clId="{FB63C7DA-7E70-4A8F-9589-93BCEB160373}" dt="2025-12-10T16:17:38.011" v="264"/>
          <ac:spMkLst>
            <pc:docMk/>
            <pc:sldMk cId="0" sldId="256"/>
            <ac:spMk id="4" creationId="{F12437E7-205A-9C6F-C415-250C12A5C65A}"/>
          </ac:spMkLst>
        </pc:spChg>
      </pc:sldChg>
      <pc:sldChg chg="modSp mod">
        <pc:chgData name="deekhithasree vemulapalli" userId="9c4df0e1ae4cb858" providerId="LiveId" clId="{FB63C7DA-7E70-4A8F-9589-93BCEB160373}" dt="2025-12-10T16:09:49.564" v="0" actId="2711"/>
        <pc:sldMkLst>
          <pc:docMk/>
          <pc:sldMk cId="0" sldId="258"/>
        </pc:sldMkLst>
        <pc:spChg chg="mod">
          <ac:chgData name="deekhithasree vemulapalli" userId="9c4df0e1ae4cb858" providerId="LiveId" clId="{FB63C7DA-7E70-4A8F-9589-93BCEB160373}" dt="2025-12-10T16:09:49.564" v="0" actId="2711"/>
          <ac:spMkLst>
            <pc:docMk/>
            <pc:sldMk cId="0" sldId="258"/>
            <ac:spMk id="4" creationId="{C14B7179-195D-917F-7D52-7DFF4DB48480}"/>
          </ac:spMkLst>
        </pc:spChg>
      </pc:sldChg>
      <pc:sldChg chg="addSp modSp mod">
        <pc:chgData name="deekhithasree vemulapalli" userId="9c4df0e1ae4cb858" providerId="LiveId" clId="{FB63C7DA-7E70-4A8F-9589-93BCEB160373}" dt="2025-12-10T16:18:00.897" v="268" actId="207"/>
        <pc:sldMkLst>
          <pc:docMk/>
          <pc:sldMk cId="0" sldId="260"/>
        </pc:sldMkLst>
        <pc:spChg chg="add mod">
          <ac:chgData name="deekhithasree vemulapalli" userId="9c4df0e1ae4cb858" providerId="LiveId" clId="{FB63C7DA-7E70-4A8F-9589-93BCEB160373}" dt="2025-12-10T16:18:00.897" v="268" actId="207"/>
          <ac:spMkLst>
            <pc:docMk/>
            <pc:sldMk cId="0" sldId="260"/>
            <ac:spMk id="4" creationId="{64D2E5B1-EC78-88AF-D91D-3491E9046D64}"/>
          </ac:spMkLst>
        </pc:spChg>
      </pc:sldChg>
      <pc:sldChg chg="modSp new del mod">
        <pc:chgData name="deekhithasree vemulapalli" userId="9c4df0e1ae4cb858" providerId="LiveId" clId="{FB63C7DA-7E70-4A8F-9589-93BCEB160373}" dt="2025-12-10T16:12:59.819" v="56" actId="680"/>
        <pc:sldMkLst>
          <pc:docMk/>
          <pc:sldMk cId="1650203177" sldId="261"/>
        </pc:sldMkLst>
        <pc:spChg chg="mod">
          <ac:chgData name="deekhithasree vemulapalli" userId="9c4df0e1ae4cb858" providerId="LiveId" clId="{FB63C7DA-7E70-4A8F-9589-93BCEB160373}" dt="2025-12-10T16:12:58.991" v="55" actId="20577"/>
          <ac:spMkLst>
            <pc:docMk/>
            <pc:sldMk cId="1650203177" sldId="261"/>
            <ac:spMk id="2" creationId="{AEDD9CC0-ACFC-98D1-96F8-62708D52D231}"/>
          </ac:spMkLst>
        </pc:spChg>
      </pc:sldChg>
      <pc:sldChg chg="addSp delSp modSp new del mod ord">
        <pc:chgData name="deekhithasree vemulapalli" userId="9c4df0e1ae4cb858" providerId="LiveId" clId="{FB63C7DA-7E70-4A8F-9589-93BCEB160373}" dt="2025-12-10T16:17:13.412" v="258" actId="2696"/>
        <pc:sldMkLst>
          <pc:docMk/>
          <pc:sldMk cId="3030787020" sldId="261"/>
        </pc:sldMkLst>
        <pc:spChg chg="add del mod">
          <ac:chgData name="deekhithasree vemulapalli" userId="9c4df0e1ae4cb858" providerId="LiveId" clId="{FB63C7DA-7E70-4A8F-9589-93BCEB160373}" dt="2025-12-10T16:13:42.041" v="109"/>
          <ac:spMkLst>
            <pc:docMk/>
            <pc:sldMk cId="3030787020" sldId="261"/>
            <ac:spMk id="2" creationId="{2F297314-0531-AD39-EB34-1B92728147C5}"/>
          </ac:spMkLst>
        </pc:spChg>
        <pc:spChg chg="add mod">
          <ac:chgData name="deekhithasree vemulapalli" userId="9c4df0e1ae4cb858" providerId="LiveId" clId="{FB63C7DA-7E70-4A8F-9589-93BCEB160373}" dt="2025-12-10T16:15:57.203" v="247" actId="20578"/>
          <ac:spMkLst>
            <pc:docMk/>
            <pc:sldMk cId="3030787020" sldId="261"/>
            <ac:spMk id="3" creationId="{8C1AAE44-8BA1-4DE1-F13E-6358C55D4B4C}"/>
          </ac:spMkLst>
        </pc:spChg>
      </pc:sldChg>
      <pc:sldChg chg="new del ord">
        <pc:chgData name="deekhithasree vemulapalli" userId="9c4df0e1ae4cb858" providerId="LiveId" clId="{FB63C7DA-7E70-4A8F-9589-93BCEB160373}" dt="2025-12-10T16:10:50.207" v="8" actId="680"/>
        <pc:sldMkLst>
          <pc:docMk/>
          <pc:sldMk cId="3422346529" sldId="261"/>
        </pc:sldMkLst>
      </pc:sldChg>
      <pc:sldChg chg="modSp new del mod">
        <pc:chgData name="deekhithasree vemulapalli" userId="9c4df0e1ae4cb858" providerId="LiveId" clId="{FB63C7DA-7E70-4A8F-9589-93BCEB160373}" dt="2025-12-10T16:12:50.295" v="46" actId="680"/>
        <pc:sldMkLst>
          <pc:docMk/>
          <pc:sldMk cId="462295502" sldId="262"/>
        </pc:sldMkLst>
        <pc:spChg chg="mod">
          <ac:chgData name="deekhithasree vemulapalli" userId="9c4df0e1ae4cb858" providerId="LiveId" clId="{FB63C7DA-7E70-4A8F-9589-93BCEB160373}" dt="2025-12-10T16:12:49.516" v="45" actId="20577"/>
          <ac:spMkLst>
            <pc:docMk/>
            <pc:sldMk cId="462295502" sldId="262"/>
            <ac:spMk id="2" creationId="{F7C58D6E-7137-E76D-AF7A-255073C2F0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4353" y="635380"/>
            <a:ext cx="8229600" cy="1143000"/>
          </a:xfrm>
        </p:spPr>
        <p:txBody>
          <a:bodyPr/>
          <a:lstStyle/>
          <a:p>
            <a:r>
              <a:rPr sz="4000" b="1">
                <a:solidFill>
                  <a:srgbClr val="28285A"/>
                </a:solidFill>
                <a:latin typeface="Calibri"/>
              </a:rPr>
              <a:t>Library Book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5189" y="2698127"/>
            <a:ext cx="8229600" cy="4525963"/>
          </a:xfrm>
        </p:spPr>
        <p:txBody>
          <a:bodyPr>
            <a:normAutofit/>
          </a:bodyPr>
          <a:lstStyle/>
          <a:p>
            <a:r>
              <a:rPr>
                <a:solidFill>
                  <a:srgbClr val="3C3C3C"/>
                </a:solidFill>
                <a:latin typeface="Calibri Light"/>
              </a:rPr>
              <a:t>A simple system to manage books by adding, searching, displaying, and deleting records.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>
                <a:solidFill>
                  <a:srgbClr val="28285A"/>
                </a:solidFill>
                <a:latin typeface="Calibri"/>
              </a:rPr>
              <a:t>Purpose and </a:t>
            </a:r>
            <a:r>
              <a:rPr sz="4000" b="1">
                <a:solidFill>
                  <a:srgbClr val="28285A"/>
                </a:solidFill>
                <a:latin typeface="Calibri"/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9928"/>
            <a:ext cx="8229600" cy="5888419"/>
          </a:xfrm>
        </p:spPr>
        <p:txBody>
          <a:bodyPr>
            <a:normAutofit/>
          </a:bodyPr>
          <a:lstStyle/>
          <a:p>
            <a:r>
              <a:rPr sz="2800">
                <a:solidFill>
                  <a:srgbClr val="3C3C3C"/>
                </a:solidFill>
                <a:latin typeface="Calibri Light"/>
              </a:rPr>
              <a:t>- Efficiently store and manage book details.</a:t>
            </a:r>
          </a:p>
          <a:p>
            <a:r>
              <a:rPr sz="2800">
                <a:solidFill>
                  <a:srgbClr val="3C3C3C"/>
                </a:solidFill>
                <a:latin typeface="Calibri Light"/>
              </a:rPr>
              <a:t>- Allow users to add, search, view, and delete books.</a:t>
            </a:r>
          </a:p>
          <a:p>
            <a:r>
              <a:rPr sz="2800">
                <a:solidFill>
                  <a:srgbClr val="3C3C3C"/>
                </a:solidFill>
                <a:latin typeface="Calibri Light"/>
              </a:rPr>
              <a:t>- Understand file handling and data structures.</a:t>
            </a:r>
            <a:endParaRPr lang="en-US" sz="2800">
              <a:solidFill>
                <a:srgbClr val="3C3C3C"/>
              </a:solidFill>
              <a:latin typeface="Calibri Light"/>
            </a:endParaRPr>
          </a:p>
          <a:p>
            <a:endParaRPr lang="en-US"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endParaRPr lang="en-US" sz="2800"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r>
              <a:rPr lang="en-US" sz="28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-it allows easy handling of book information such as adding, viewing, searching, and updating records.</a:t>
            </a:r>
          </a:p>
          <a:p>
            <a:endParaRPr sz="2800">
              <a:solidFill>
                <a:srgbClr val="3C3C3C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8285A"/>
                </a:solidFill>
                <a:latin typeface="Calibri"/>
              </a:rPr>
              <a:t>How to Compile and Run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5416" y="4251960"/>
            <a:ext cx="8229600" cy="4525963"/>
          </a:xfrm>
        </p:spPr>
        <p:txBody>
          <a:bodyPr/>
          <a:lstStyle/>
          <a:p>
            <a:pPr marL="0" indent="0">
              <a:buNone/>
            </a:pPr>
            <a:endParaRPr lang="en-US" sz="2200">
              <a:solidFill>
                <a:srgbClr val="3C3C3C"/>
              </a:solidFill>
              <a:latin typeface="Calibri Light"/>
            </a:endParaRPr>
          </a:p>
          <a:p>
            <a:endParaRPr sz="2200">
              <a:solidFill>
                <a:srgbClr val="3C3C3C"/>
              </a:solidFill>
              <a:latin typeface="Calibri Light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14B7179-195D-917F-7D52-7DFF4DB484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240" y="2497639"/>
            <a:ext cx="5342168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Open terminal or command prompt.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 to the folder where your C file is saved.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Compile the program </a:t>
            </a:r>
            <a:r>
              <a:rPr kumimoji="0" lang="en-US" altLang="en-US" sz="2000" b="0" i="0" u="none" strike="noStrike" cap="none" normalizeH="0" baseline="0" err="1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using:</a:t>
            </a:r>
            <a:r>
              <a:rPr lang="en-US" altLang="en-US" sz="20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gcc</a:t>
            </a:r>
            <a:r>
              <a:rPr lang="en-US" altLang="en-US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lang="en-US" altLang="en-US" sz="2000" err="1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library.c</a:t>
            </a:r>
            <a:r>
              <a:rPr lang="en-US" altLang="en-US" sz="2000"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 -o 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 Light" panose="020F030202020403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Run the program</a:t>
            </a: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Linux: ./library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 Light" panose="020F030202020403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 the menu to perform library operations.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>
                <a:solidFill>
                  <a:srgbClr val="28285A"/>
                </a:solidFill>
                <a:latin typeface="Calibri"/>
              </a:rPr>
              <a:t>Sample Output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803400"/>
            <a:ext cx="8229600" cy="4525963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1. Add Book</a:t>
            </a:r>
          </a:p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2. Search Book</a:t>
            </a:r>
          </a:p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3. Display All Books</a:t>
            </a:r>
          </a:p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4. Exit</a:t>
            </a:r>
          </a:p>
          <a:p>
            <a:endParaRPr lang="en-US" sz="2200">
              <a:solidFill>
                <a:srgbClr val="3C3C3C"/>
              </a:solidFill>
              <a:latin typeface="Calibri Light"/>
            </a:endParaRPr>
          </a:p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Enter your choice: 4</a:t>
            </a:r>
          </a:p>
          <a:p>
            <a:r>
              <a:rPr lang="en-US" sz="2200">
                <a:solidFill>
                  <a:srgbClr val="3C3C3C"/>
                </a:solidFill>
                <a:latin typeface="Calibri Light"/>
              </a:rPr>
              <a:t>Exiting program. Thank you!</a:t>
            </a:r>
            <a:endParaRPr sz="2200">
              <a:solidFill>
                <a:srgbClr val="3C3C3C"/>
              </a:solidFill>
              <a:latin typeface="Calibr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291" y="274638"/>
            <a:ext cx="8229600" cy="1143000"/>
          </a:xfrm>
        </p:spPr>
        <p:txBody>
          <a:bodyPr/>
          <a:lstStyle/>
          <a:p>
            <a:r>
              <a:rPr sz="4000" b="1">
                <a:solidFill>
                  <a:srgbClr val="28285A"/>
                </a:solidFill>
                <a:latin typeface="Calibri"/>
              </a:rPr>
              <a:t>Notes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9382" y="1877291"/>
            <a:ext cx="8229600" cy="4525963"/>
          </a:xfrm>
        </p:spPr>
        <p:txBody>
          <a:bodyPr/>
          <a:lstStyle/>
          <a:p>
            <a:r>
              <a:rPr sz="2200">
                <a:solidFill>
                  <a:srgbClr val="3C3C3C"/>
                </a:solidFill>
                <a:latin typeface="Calibri Light"/>
              </a:rPr>
              <a:t>- Data stored in text/binary files.</a:t>
            </a:r>
          </a:p>
          <a:p>
            <a:r>
              <a:rPr sz="2200">
                <a:solidFill>
                  <a:srgbClr val="3C3C3C"/>
                </a:solidFill>
                <a:latin typeface="Calibri Light"/>
              </a:rPr>
              <a:t>- User must enter valid input.</a:t>
            </a:r>
          </a:p>
          <a:p>
            <a:r>
              <a:rPr sz="2200">
                <a:solidFill>
                  <a:srgbClr val="3C3C3C"/>
                </a:solidFill>
                <a:latin typeface="Calibri Light"/>
              </a:rPr>
              <a:t>- No database used.</a:t>
            </a:r>
          </a:p>
          <a:p>
            <a:r>
              <a:rPr sz="2200">
                <a:solidFill>
                  <a:srgbClr val="3C3C3C"/>
                </a:solidFill>
                <a:latin typeface="Calibri Light"/>
              </a:rPr>
              <a:t>- For academic purposes only.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D2E5B1-EC78-88AF-D91D-3491E9046D64}"/>
              </a:ext>
            </a:extLst>
          </p:cNvPr>
          <p:cNvSpPr txBox="1"/>
          <p:nvPr/>
        </p:nvSpPr>
        <p:spPr>
          <a:xfrm>
            <a:off x="5375564" y="4140272"/>
            <a:ext cx="324127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err="1"/>
              <a:t>Rahmanth</a:t>
            </a:r>
            <a:r>
              <a:rPr lang="en-US"/>
              <a:t>- AP25110010173</a:t>
            </a:r>
          </a:p>
          <a:p>
            <a:r>
              <a:rPr lang="en-US"/>
              <a:t>Pragnyan-AP25110010403</a:t>
            </a:r>
          </a:p>
          <a:p>
            <a:r>
              <a:rPr lang="en-US"/>
              <a:t>Charan Kousik-AP25110010405</a:t>
            </a:r>
          </a:p>
          <a:p>
            <a:r>
              <a:rPr lang="en-US"/>
              <a:t>Deekshithasree-AP25110010572</a:t>
            </a:r>
          </a:p>
          <a:p>
            <a:r>
              <a:rPr lang="en-US"/>
              <a:t>Bhavitha-AP25110010136</a:t>
            </a:r>
            <a:endParaRPr lang="en-IN"/>
          </a:p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Library Book Management System</vt:lpstr>
      <vt:lpstr>Purpose and Objective</vt:lpstr>
      <vt:lpstr>How to Compile and Run</vt:lpstr>
      <vt:lpstr>Sample Output </vt:lpstr>
      <vt:lpstr>Notes &amp; Assumptions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1</cp:revision>
  <dcterms:created xsi:type="dcterms:W3CDTF">2013-01-27T09:14:16Z</dcterms:created>
  <dcterms:modified xsi:type="dcterms:W3CDTF">2025-12-10T16:18:04Z</dcterms:modified>
  <cp:category/>
</cp:coreProperties>
</file>